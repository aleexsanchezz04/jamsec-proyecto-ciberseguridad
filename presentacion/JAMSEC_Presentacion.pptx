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19C37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6407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JAM</a:t>
            </a:r>
            <a:pPr indent="0" marL="0">
              <a:buNone/>
            </a:pPr>
            <a:r>
              <a:rPr lang="en-US" sz="6000" b="1" dirty="0">
                <a:solidFill>
                  <a:srgbClr val="19C3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6868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Gestionados de Ciberseguridad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Infraestructura empresarial, monitorización y auditoría de seguridad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auditado: </a:t>
            </a:r>
            <a:pPr indent="0" marL="0">
              <a:buNone/>
            </a:pPr>
            <a:r>
              <a:rPr lang="en-US" sz="1800" b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Gestoría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Sánchez García · Curso de Especialización en Ciberseguridad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655064"/>
            <a:ext cx="457200" cy="457200"/>
          </a:xfrm>
          <a:prstGeom prst="ellipse">
            <a:avLst/>
          </a:prstGeom>
          <a:solidFill>
            <a:srgbClr val="19C37D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655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37360" y="157276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proyecto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92024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Contexto, objetivos y actores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432304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2624328"/>
            <a:ext cx="457200" cy="457200"/>
          </a:xfrm>
          <a:prstGeom prst="ellipse">
            <a:avLst/>
          </a:prstGeom>
          <a:solidFill>
            <a:srgbClr val="19C37D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25420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Infraestructura propia (JAMSEC)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28895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Firewall, DMZ, servicios y SOC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401568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3593592"/>
            <a:ext cx="457200" cy="457200"/>
          </a:xfrm>
          <a:prstGeom prst="ellipse">
            <a:avLst/>
          </a:prstGeom>
          <a:solidFill>
            <a:srgbClr val="19C37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593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0" y="351129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Infraestructura del cliente (Apex)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385876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la auditoría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370832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1560" y="4562856"/>
            <a:ext cx="457200" cy="457200"/>
          </a:xfrm>
          <a:prstGeom prst="ellipse">
            <a:avLst/>
          </a:prstGeom>
          <a:solidFill>
            <a:srgbClr val="19C37D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562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37360" y="44805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Desarrollo y tecnologías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4828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construyó y por qué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5340096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51560" y="5532120"/>
            <a:ext cx="457200" cy="457200"/>
          </a:xfrm>
          <a:prstGeom prst="ellipse">
            <a:avLst/>
          </a:prstGeom>
          <a:solidFill>
            <a:srgbClr val="19C37D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37360" y="544982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737360" y="5797296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Dificultades, mejoras y costes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64592" cy="1828800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011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33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proyecto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07008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de ciberseguridad y su cliente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Presentación del proyecto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JAMSEC es una empresa de ciberseguridad que despliega su propia infraestructura, monitoriza la de sus clientes y audita su seguridad. El proyecto recrea ese ciclo completo de extremo a extremo sobre un clúster de virtualización.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560320"/>
            <a:ext cx="3410712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60320"/>
            <a:ext cx="3410712" cy="109728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JAMSEC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3291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de ciberseguridad. Infraestructura propia + SOC (centro de operaciones).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560320"/>
            <a:ext cx="3410712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2560320"/>
            <a:ext cx="3410712" cy="109728"/>
          </a:xfrm>
          <a:prstGeom prst="rect">
            <a:avLst/>
          </a:prstGeom>
          <a:solidFill>
            <a:srgbClr val="16407A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Apex Gestoría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3291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/ víctima. Infraestructura objetivo de la auditoría de intrusión.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560320"/>
            <a:ext cx="3410712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2560320"/>
            <a:ext cx="3410712" cy="109728"/>
          </a:xfrm>
          <a:prstGeom prst="rect">
            <a:avLst/>
          </a:prstGeom>
          <a:solidFill>
            <a:srgbClr val="7A86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Plataforma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75320" y="3291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Clúster Proxmox VE de 3 nodos; dos infraestructuras separadas físicamente.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C3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493776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empresarial propia (FW, DMZ, multirred).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cliente separada.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IDS/IPS/SIEM que controle ambas.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intrusión e informes técnico y ejecutivo.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64592" cy="1828800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011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33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Infraestructura propia (JAMSEC)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07008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· DMZ · servicios separados · SOC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de JAMSEC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«proxmox» · Cortafuegos Debian + nftables (NAT y filtrado por zonas) · 4 redes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0" y="20116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16407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3776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jamsec-fw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37760" y="2450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nftables + Suricata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931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40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 — 10.20.10.0/24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4434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(Kali) + Wazuh (SIEM)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374904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3931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40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DMZ — 10.20.20.0/24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54880" y="4434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corporativa (nginx)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374904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3931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40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Servicios — 10.20.30.0/24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03920" y="4434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Ficheros internos (Samba)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31720" y="2834640"/>
            <a:ext cx="0" cy="914400"/>
          </a:xfrm>
          <a:prstGeom prst="line">
            <a:avLst/>
          </a:prstGeom>
          <a:noFill/>
          <a:ln w="19050">
            <a:solidFill>
              <a:srgbClr val="19C37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2834640"/>
            <a:ext cx="0" cy="914400"/>
          </a:xfrm>
          <a:prstGeom prst="line">
            <a:avLst/>
          </a:prstGeom>
          <a:noFill/>
          <a:ln w="19050">
            <a:solidFill>
              <a:srgbClr val="19C37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9800" y="2834640"/>
            <a:ext cx="0" cy="914400"/>
          </a:xfrm>
          <a:prstGeom prst="line">
            <a:avLst/>
          </a:prstGeom>
          <a:noFill/>
          <a:ln w="19050">
            <a:solidFill>
              <a:srgbClr val="19C3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Política: la DMZ y los servicios internos están aislados entre sí y del SOC; salida a Internet controlada y publicación de la web por DNAT. Verificado: la DMZ NO alcanza la red interna.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64592" cy="1828800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011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33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Infraestructura del cliente (Apex)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07008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de la auditoría — con debilidades reales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del cliente Apex Gestoría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«pve2», separado físicamente de JAMSEC · cortafuegos propio · DMZ + LAN interna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109728" cy="1554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762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apex-fw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578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Cortafuegos perimetral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débil: la DMZ accede a la LAN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2011680"/>
            <a:ext cx="109728" cy="1554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762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apex-web (DMZ)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578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Apache + PHP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9260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· subida de ficheros · sin TLS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79476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794760"/>
            <a:ext cx="109728" cy="1554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959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apex-db (LAN)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3616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MariaDB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709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Expuesta · root remoto con contraseña 'toor'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3794760"/>
            <a:ext cx="109728" cy="1554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959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apex-srv (LAN)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43616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FTP (vsftpd)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4709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anónimo · credenciales SSH débiles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vulnerabilidades son intencionadas y representan malas prácticas reales en pymes.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Monitorización: IDS / IPS / SIEM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(SIEM + HIDS) en el SOC y Suricata (IDS de red) en los dos cortafuegos vigilan ambas infraestructuras de forma centralizada.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2542032" cy="1645920"/>
          </a:xfrm>
          <a:prstGeom prst="roundRect">
            <a:avLst>
              <a:gd name="adj" fmla="val 4444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37744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9C3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20440" y="2194560"/>
            <a:ext cx="2542032" cy="1645920"/>
          </a:xfrm>
          <a:prstGeom prst="roundRect">
            <a:avLst>
              <a:gd name="adj" fmla="val 4444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237744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9C3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20440" y="315468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monitorizadas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2542032" cy="1645920"/>
          </a:xfrm>
          <a:prstGeom prst="roundRect">
            <a:avLst>
              <a:gd name="adj" fmla="val 4444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37744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9C3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66k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315468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IDS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(ET Open)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2194560"/>
            <a:ext cx="2542032" cy="1645920"/>
          </a:xfrm>
          <a:prstGeom prst="roundRect">
            <a:avLst>
              <a:gd name="adj" fmla="val 4444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237744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9C3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915400" y="315468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ataque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41148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HIDS / logs: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en las 7 VMs de ambas infraestructuras (integridad, logs, detección).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en los firewalls; sus alertas se integran y correlacionan en Wazuh.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agentes reportan por una red dedicada, sin romper la segmentación.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64592" cy="1828800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011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33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Desarrollo y tecnologías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07008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construyó y por qué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Desarrollo del proyecto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640080" cy="640080"/>
          </a:xfrm>
          <a:prstGeom prst="ellipse">
            <a:avLst/>
          </a:prstGeom>
          <a:solidFill>
            <a:srgbClr val="1640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1435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Adopción del clúster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y renombrado a JAMSEC sin reiniciar nodos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350008"/>
            <a:ext cx="640080" cy="640080"/>
          </a:xfrm>
          <a:prstGeom prst="ellipse">
            <a:avLst/>
          </a:prstGeom>
          <a:solidFill>
            <a:srgbClr val="16407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50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23682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Infraestructuras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27157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Redes, firewalls y servicios con cloud-init (IaC)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282696"/>
            <a:ext cx="640080" cy="640080"/>
          </a:xfrm>
          <a:prstGeom prst="ellipse">
            <a:avLst/>
          </a:prstGeom>
          <a:solidFill>
            <a:srgbClr val="16407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826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33009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Monitorización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64845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de Wazuh + Suricata sobre ambas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215384"/>
            <a:ext cx="640080" cy="640080"/>
          </a:xfrm>
          <a:prstGeom prst="ellipse">
            <a:avLst/>
          </a:prstGeom>
          <a:solidFill>
            <a:srgbClr val="16407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53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4233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Auditoría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45811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PTES/OWASP desde la estación red team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148072"/>
            <a:ext cx="640080" cy="640080"/>
          </a:xfrm>
          <a:prstGeom prst="ellipse">
            <a:avLst/>
          </a:prstGeom>
          <a:solidFill>
            <a:srgbClr val="16407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148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45920" y="5166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Documentación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55138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Informes, memoria, repositorio y demo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reproducible: configuración como código (cloud-init + scripts) versionada en Git.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Justificación de las tecnologías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63040"/>
          <a:ext cx="10515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4980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Tecnología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0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Por qué se eligió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0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Proxmox 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Virtualización empresarial real (clúster), gratuito y muy extendido.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Debian 13 + cloud-init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estable; despliegue automatizado y reproducible (IaC).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nftables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Cortafuegos nativo de Linux, flexible y sin coste; demuestra control de bajo nivel.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Wazuh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 open source completo (HIDS, logs, alertas, panel).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Suricata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IDS/IPS de red estándar, con reglas de la comunidad (ET Open).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nmap · sqlmap · hydra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Herramientas estándar de auditoría para cada ámbito (red, web, credenciales).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 de la auditoría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727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5727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4630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77840" y="15727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B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5778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C3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Cadena de ataque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75320" y="18745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anónimo → credenciales internas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en la web → volcado de la BBDD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bruta SSH → acceso a la DMZ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Pivote DMZ→LAN → datos internos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 demostrado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611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total del cliente: desde Internet hasta el robo de datos personales y financieros (NIF, IBAN, nóminas) almacenados en la red interna. El SIEM detectó el escaneo, la fuerza bruta y los accesos.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Entregables: informe técnico (CVSS 3.1, OWASP) e informe ejecutivo para dirección.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64592" cy="1828800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011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33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07008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Dificultades, mejoras y costes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3410712" cy="4754880"/>
          </a:xfrm>
          <a:prstGeom prst="roundRect">
            <a:avLst>
              <a:gd name="adj" fmla="val 2145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17320"/>
            <a:ext cx="3410712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645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Dificultades encontradas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24028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aula compartida: conflictos de IP (resueltos verificando con ping/ARP).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Instalador de Wazuh incompatible con Debian 13 (parcheado).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de agentes Wazuh &gt; manager (fijada a la del manager).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de Suricata sobre virtio (ajuste de NIC y captura).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410712" cy="4754880"/>
          </a:xfrm>
          <a:prstGeom prst="roundRect">
            <a:avLst>
              <a:gd name="adj" fmla="val 2145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34840" y="1417320"/>
            <a:ext cx="3410712" cy="109728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645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Posibles mejoras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24028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en modo IPS (bloqueo en línea) en el perímetro.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 y copias de seguridad automatizadas.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identidades centralizada (LDAP/AD) y MFA.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Alertado proactivo y cuadros de mando a medida en Wazuh.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410712" cy="4754880"/>
          </a:xfrm>
          <a:prstGeom prst="roundRect">
            <a:avLst>
              <a:gd name="adj" fmla="val 2145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5B1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0" y="1417320"/>
            <a:ext cx="3410712" cy="109728"/>
          </a:xfrm>
          <a:prstGeom prst="rect">
            <a:avLst/>
          </a:prstGeom>
          <a:solidFill>
            <a:srgbClr val="16407A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645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75320" y="224028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clúster reutilizado → 0 € adicionales.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100% libre (Proxmox, Debian, Wazuh, Suricata).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principal: horas de ingeniería / despliegue.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9C37D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Gracias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6868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del proyecto: github.com/aleexsanchezz04/jamsec-proyecto-ciberseguridad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Sánchez García · JAMSEC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JAMSEC — Infraestructura, Monitorización y Auditoría</dc:title>
  <dc:subject>PptxGenJS Presentation</dc:subject>
  <dc:creator>Alex Sánchez García</dc:creator>
  <cp:lastModifiedBy>Alex Sánchez García</cp:lastModifiedBy>
  <cp:revision>1</cp:revision>
  <dcterms:created xsi:type="dcterms:W3CDTF">2026-06-01T19:00:07Z</dcterms:created>
  <dcterms:modified xsi:type="dcterms:W3CDTF">2026-06-01T19:00:07Z</dcterms:modified>
</cp:coreProperties>
</file>